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87" r:id="rId3"/>
    <p:sldId id="288" r:id="rId4"/>
    <p:sldId id="290" r:id="rId5"/>
    <p:sldId id="289" r:id="rId6"/>
    <p:sldId id="260" r:id="rId7"/>
    <p:sldId id="28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727"/>
    <p:restoredTop sz="96405"/>
  </p:normalViewPr>
  <p:slideViewPr>
    <p:cSldViewPr snapToGrid="0" snapToObjects="1">
      <p:cViewPr varScale="1">
        <p:scale>
          <a:sx n="103" d="100"/>
          <a:sy n="103" d="100"/>
        </p:scale>
        <p:origin x="168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2928E-9948-9641-8436-CDF2FFAA9B54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B374B-94B4-2C4A-BCB3-B9A78D69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9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737B-2A8F-594B-8706-449B2F0E0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828801"/>
            <a:ext cx="8915399" cy="1192696"/>
          </a:xfrm>
        </p:spPr>
        <p:txBody>
          <a:bodyPr>
            <a:normAutofit/>
          </a:bodyPr>
          <a:lstStyle/>
          <a:p>
            <a:r>
              <a:rPr lang="en-US" dirty="0"/>
              <a:t>Basics of IP/TCP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D3820-4228-CA45-AE09-3FE1137DC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094481"/>
            <a:ext cx="8915399" cy="1809182"/>
          </a:xfrm>
        </p:spPr>
        <p:txBody>
          <a:bodyPr/>
          <a:lstStyle/>
          <a:p>
            <a:r>
              <a:rPr lang="en-US" sz="2400" dirty="0" err="1"/>
              <a:t>Sarmistha</a:t>
            </a:r>
            <a:r>
              <a:rPr lang="en-US" sz="2400" dirty="0"/>
              <a:t> </a:t>
            </a:r>
            <a:r>
              <a:rPr lang="en-US" sz="2400" dirty="0" err="1"/>
              <a:t>Neogy</a:t>
            </a:r>
            <a:endParaRPr lang="en-US" sz="2400" dirty="0"/>
          </a:p>
          <a:p>
            <a:r>
              <a:rPr lang="en-US" dirty="0"/>
              <a:t>Professor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Jadavpur University</a:t>
            </a:r>
          </a:p>
        </p:txBody>
      </p:sp>
    </p:spTree>
    <p:extLst>
      <p:ext uri="{BB962C8B-B14F-4D97-AF65-F5344CB8AC3E}">
        <p14:creationId xmlns:p14="http://schemas.microsoft.com/office/powerpoint/2010/main" val="152869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EEAD-B000-7C53-46AB-5F3E89AE9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66151"/>
          </a:xfrm>
        </p:spPr>
        <p:txBody>
          <a:bodyPr/>
          <a:lstStyle/>
          <a:p>
            <a:r>
              <a:rPr lang="en-US"/>
              <a:t>Internet address and 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35C9F-840F-667D-E5DA-A0F8039E5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28801"/>
            <a:ext cx="8915400" cy="467139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successful communication, every entity in the overall system must have a unique address.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levels of addressing are needed.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host on a subnetwork must have a unique global internet address; this allows the data to be delivered to the proper host.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process with a host must have an address that is unique within the host; this allows the host-to-host protocol (TCP) to deliver data to the proper process. These latter addresses are known as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ports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7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51AB6-C2CD-DEAF-E372-6B671079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184812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does a message go from sender to receiver?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613B7-931E-5F90-1BD7-566BF708C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08922"/>
            <a:ext cx="8915400" cy="4591878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a simple operation where a process on host A, wishes to send a message to another process on host B.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process at A hands the message down to TCP with instructions to send it to host B.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TCP hands the message down to IP with instructions to send it to host B. Note that IP need not be told the identity of the destination port.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Next, IP hands the message down to the network access layer (e.g., Ethernet logic) with instructions to send it to router J (the first hop on the way to B).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81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51AB6-C2CD-DEAF-E372-6B671079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24568"/>
          </a:xfrm>
        </p:spPr>
        <p:txBody>
          <a:bodyPr/>
          <a:lstStyle/>
          <a:p>
            <a:r>
              <a:rPr lang="en-US" dirty="0"/>
              <a:t>How does a message go from sender to receiver? 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613B7-931E-5F90-1BD7-566BF708C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07096"/>
            <a:ext cx="8915400" cy="4126794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control this operation, control information as well as user data must be transmitted.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sending process generates a block of data and passes this to TCP.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TCP may break this block into smaller pieces to make it more manageable. To each of these pieces, TCP appends control information known as the TCP header, forming a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TCP segment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48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51AB6-C2CD-DEAF-E372-6B671079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313" y="337930"/>
            <a:ext cx="9596299" cy="1252331"/>
          </a:xfrm>
        </p:spPr>
        <p:txBody>
          <a:bodyPr>
            <a:normAutofit/>
          </a:bodyPr>
          <a:lstStyle/>
          <a:p>
            <a:r>
              <a:rPr lang="en-US" dirty="0"/>
              <a:t>How does a message go from sender to receiver?...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613B7-931E-5F90-1BD7-566BF708C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626" y="1729409"/>
            <a:ext cx="9973986" cy="479066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Next, TCP hands each segment over to IP, with instructions to transmit it to B. </a:t>
            </a:r>
          </a:p>
          <a:p>
            <a:pPr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segments must be transmitted across one or more subnetworks and relayed through one or more intermediate routers. This operation, too, requires the use of control information. </a:t>
            </a:r>
          </a:p>
          <a:p>
            <a:pPr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Thus IP appends a header of control information to each segment to form an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IP datagram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Finally, each IP datagram is presented to the network access layer for transmission across the first subnetwork in its journey to the destination. </a:t>
            </a:r>
          </a:p>
          <a:p>
            <a:pPr>
              <a:spcBef>
                <a:spcPts val="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network access layer appends its own header, creating a packet, or frame. </a:t>
            </a:r>
          </a:p>
          <a:p>
            <a:pPr>
              <a:spcBef>
                <a:spcPts val="0"/>
              </a:spcBef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 is transmitted across the subnetwork to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router J.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7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36390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 and Acknowledgements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60500"/>
            <a:ext cx="8915400" cy="51181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98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0C94-1FE1-134F-8798-F0BC53ED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95F9-D7BB-0442-B8D2-0A8E99D3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5400">
                <a:latin typeface="Comic Sans MS" panose="030F0902030302020204" pitchFamily="66" charset="0"/>
              </a:rPr>
              <a:t>Thank you</a:t>
            </a:r>
            <a:endParaRPr lang="en-US" sz="54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38957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13749</TotalTime>
  <Words>440</Words>
  <Application>Microsoft Macintosh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Comic Sans MS</vt:lpstr>
      <vt:lpstr>Wingdings 3</vt:lpstr>
      <vt:lpstr>Wisp</vt:lpstr>
      <vt:lpstr>Basics of IP/TCP</vt:lpstr>
      <vt:lpstr>Internet address and port</vt:lpstr>
      <vt:lpstr>How does a message go from sender to receiver?</vt:lpstr>
      <vt:lpstr>How does a message go from sender to receiver? ..</vt:lpstr>
      <vt:lpstr>How does a message go from sender to receiver?...</vt:lpstr>
      <vt:lpstr>References and Acknowledgements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and features of recent technology</dc:title>
  <dc:creator>Microsoft Office User</dc:creator>
  <cp:lastModifiedBy>Sramistha Neogy</cp:lastModifiedBy>
  <cp:revision>148</cp:revision>
  <dcterms:created xsi:type="dcterms:W3CDTF">2022-02-16T10:07:13Z</dcterms:created>
  <dcterms:modified xsi:type="dcterms:W3CDTF">2025-01-14T02:25:58Z</dcterms:modified>
</cp:coreProperties>
</file>