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52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7"/>
  </p:normalViewPr>
  <p:slideViewPr>
    <p:cSldViewPr snapToGrid="0">
      <p:cViewPr varScale="1">
        <p:scale>
          <a:sx n="76" d="100"/>
          <a:sy n="76" d="100"/>
        </p:scale>
        <p:origin x="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3AA1-9A03-A821-04D0-12000BB7C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0460" y="1451610"/>
            <a:ext cx="7241222" cy="1827167"/>
          </a:xfrm>
        </p:spPr>
        <p:txBody>
          <a:bodyPr/>
          <a:lstStyle/>
          <a:p>
            <a:r>
              <a:rPr lang="en-US" dirty="0"/>
              <a:t>Mobile TCP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1AB023-52AE-3AEC-5194-14BFFB7B0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66410" y="4777379"/>
            <a:ext cx="5938202" cy="112628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Sarmistha Neogy</a:t>
            </a:r>
          </a:p>
          <a:p>
            <a:r>
              <a:rPr lang="en-US" dirty="0"/>
              <a:t>Dept. of Computer Science and Engineering</a:t>
            </a:r>
          </a:p>
          <a:p>
            <a:r>
              <a:rPr lang="en-US" dirty="0"/>
              <a:t>Jadavpur University</a:t>
            </a:r>
          </a:p>
        </p:txBody>
      </p:sp>
    </p:spTree>
    <p:extLst>
      <p:ext uri="{BB962C8B-B14F-4D97-AF65-F5344CB8AC3E}">
        <p14:creationId xmlns:p14="http://schemas.microsoft.com/office/powerpoint/2010/main" val="2458899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Wireless :  What Breaks?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3928"/>
            <a:ext cx="8915400" cy="4916774"/>
          </a:xfrm>
        </p:spPr>
        <p:txBody>
          <a:bodyPr>
            <a:no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Packet loss in wired networks very low, so assumption that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 loss == network congestion is valid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Not necessarily valid in wireless networks, where error rates are higher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packet loss can occur even when the network is only lightly loaded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resetting size of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ewnd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on packet loss seriously affects throughput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latency makes this worse--even more time to ramp up (because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cwnd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size changes only on an ACK)!</a:t>
            </a:r>
          </a:p>
        </p:txBody>
      </p:sp>
    </p:spTree>
    <p:extLst>
      <p:ext uri="{BB962C8B-B14F-4D97-AF65-F5344CB8AC3E}">
        <p14:creationId xmlns:p14="http://schemas.microsoft.com/office/powerpoint/2010/main" val="206905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Wireless :  What Breaks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32411"/>
            <a:ext cx="8915400" cy="52182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Problems with header compression techniques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Idea: Header compression allows sending only changes in, e.g., a TCP header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Less overhead than transmitting full header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Problems with wireless,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Error rates higher—more likely to lose packets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Lost packet means differential header info in subsequent packets is unusable...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This causes many packets to be discarded, requires resynchronization of sender/receiver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Reduces the usefulness of header compression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Some recent work on fixing this problem</a:t>
            </a:r>
          </a:p>
        </p:txBody>
      </p:sp>
    </p:spTree>
    <p:extLst>
      <p:ext uri="{BB962C8B-B14F-4D97-AF65-F5344CB8AC3E}">
        <p14:creationId xmlns:p14="http://schemas.microsoft.com/office/powerpoint/2010/main" val="1580857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Classification of Schemes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32411"/>
            <a:ext cx="8915400" cy="52182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End-to-End protocols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loss recovery handled by sender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Link-layer solutions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hide link-related losses from sender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TCP sender may not be fully shielded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Split-connection approaches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hide any non-congestion related losses from TCP sender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since the problem is local, solve it locally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06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Split Connection Protocols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32411"/>
            <a:ext cx="8915400" cy="52182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Split the TCP connection into two separate connections.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1st connection: sender to base station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2nd connection: base station to receiver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base station simply copies packets between the connections in both directions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7D877-3655-8972-62F3-D8883B261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766" y="3828081"/>
            <a:ext cx="8595532" cy="223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41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Link Layer Protocols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32411"/>
            <a:ext cx="8915400" cy="5218291"/>
          </a:xfrm>
        </p:spPr>
        <p:txBody>
          <a:bodyPr>
            <a:noAutofit/>
          </a:bodyPr>
          <a:lstStyle/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Hides the characteristics of the wireless link from the transport layer and tries to solve the problem at the link layer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technique like forward error correction (FEC)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Snoop, AIRMAIL(Asymmetric Reliable Mobile Access In Link-layer)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7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End to End Protocols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623" y="1332411"/>
            <a:ext cx="9296989" cy="52182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Tahoe: Original TCP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Slow start, Congestion avoidance, Fast retransmit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Reno: TCP Tahoe + Fast Recovery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manage a loss of at most one packet from a single window of data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New-Reno: Reno + Stay in Fast Recovery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can manage a loss of more than one packet without changing the TCP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message structure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SACK: Reno + SACK option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enables to cope with a loss of more than one packet by changing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message structure (using TCP options)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285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Indirect TCP (I-TCP)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623" y="1332411"/>
            <a:ext cx="9296989" cy="5218291"/>
          </a:xfrm>
        </p:spPr>
        <p:txBody>
          <a:bodyPr>
            <a:no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Split the TCP connection at the AP into two parts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 buffers and retransmits received segments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 sends ACKs for the received segments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Standard T C P on the wire-line link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 the wireless link: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TCP optimized for wireless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Even standard T C P benefits from shorter RTT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Shorter timeout</a:t>
            </a:r>
          </a:p>
          <a:p>
            <a:pPr lvl="2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Faster retransmissions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6B198-CB80-77A5-E1E6-14ADC6F10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35" y="1332411"/>
            <a:ext cx="7772400" cy="175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26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Indirect TCP (I-TCP)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623" y="1332411"/>
            <a:ext cx="9296989" cy="5218291"/>
          </a:xfrm>
        </p:spPr>
        <p:txBody>
          <a:bodyPr>
            <a:no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71A65-CBD9-3DBA-C2E6-CCD15A18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76" y="1466182"/>
            <a:ext cx="8652335" cy="536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06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D69B-D407-8D59-CDAA-9A53A567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7623" y="624110"/>
            <a:ext cx="9296989" cy="708301"/>
          </a:xfrm>
        </p:spPr>
        <p:txBody>
          <a:bodyPr/>
          <a:lstStyle/>
          <a:p>
            <a:pPr algn="ctr"/>
            <a:r>
              <a:rPr lang="en-US" dirty="0"/>
              <a:t>I-TCP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E16F-789D-BA9E-B8F6-271E5602B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623" y="1332411"/>
            <a:ext cx="9296989" cy="52182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I-TCP Advantages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 changes in the fixed network or hosts (TCP protocol), all current TCP optimizations still work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Potentially no changes in mobile hosts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Wireless transmission errors do not "propagate" to the wire-line network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I-TCP Disadvantages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Loss o f end-to-end semantics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ACK does not imply that the receiver got the segment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mobility support, all FAs need to be I-TCP compatible, and the state needs to be transferred to maintain end-to-end semantics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Higher end-to-end delays due to buffering and forwarding to a new agent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Problem with security mechanisms, e.g. IPsec</a:t>
            </a:r>
          </a:p>
          <a:p>
            <a:pPr lvl="2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 needs to spoof ACKs</a:t>
            </a:r>
          </a:p>
        </p:txBody>
      </p:sp>
    </p:spTree>
    <p:extLst>
      <p:ext uri="{BB962C8B-B14F-4D97-AF65-F5344CB8AC3E}">
        <p14:creationId xmlns:p14="http://schemas.microsoft.com/office/powerpoint/2010/main" val="2402313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FF05-DD61-2B51-A13A-76DCC68D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Acknowledgemnet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6004F-5CBB-C69B-8DA0-C9AAD4DE7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Prepared from </a:t>
            </a:r>
          </a:p>
          <a:p>
            <a:r>
              <a:rPr lang="en-US" dirty="0"/>
              <a:t>https://</a:t>
            </a:r>
            <a:r>
              <a:rPr lang="en-US" dirty="0" err="1"/>
              <a:t>www.slideserve.com</a:t>
            </a:r>
            <a:r>
              <a:rPr lang="en-US" dirty="0"/>
              <a:t>/</a:t>
            </a:r>
            <a:r>
              <a:rPr lang="en-US" dirty="0" err="1"/>
              <a:t>poissonj</a:t>
            </a:r>
            <a:r>
              <a:rPr lang="en-US" dirty="0"/>
              <a:t>/unit-4-mobile-tcp-powerpoint-ppt-presentation</a:t>
            </a:r>
          </a:p>
        </p:txBody>
      </p:sp>
    </p:spTree>
    <p:extLst>
      <p:ext uri="{BB962C8B-B14F-4D97-AF65-F5344CB8AC3E}">
        <p14:creationId xmlns:p14="http://schemas.microsoft.com/office/powerpoint/2010/main" val="637128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90282-F955-14C2-FFB6-FDD7372F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7E4A-9019-49C2-CB4F-205C4AF29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244" y="2133600"/>
            <a:ext cx="927436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/>
              <a:t>                       Thank </a:t>
            </a:r>
            <a:r>
              <a:rPr lang="en-US" sz="36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0886152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1153</TotalTime>
  <Words>581</Words>
  <Application>Microsoft Macintosh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Mobile TCP</vt:lpstr>
      <vt:lpstr>Wireless :  What Breaks?</vt:lpstr>
      <vt:lpstr>Wireless :  What Breaks (2)</vt:lpstr>
      <vt:lpstr>Classification of Schemes</vt:lpstr>
      <vt:lpstr>Split Connection Protocols</vt:lpstr>
      <vt:lpstr>Link Layer Protocols</vt:lpstr>
      <vt:lpstr>End to End Protocols</vt:lpstr>
      <vt:lpstr>Indirect TCP (I-TCP)</vt:lpstr>
      <vt:lpstr>Indirect TCP (I-TCP)</vt:lpstr>
      <vt:lpstr>I-TCP Summary</vt:lpstr>
      <vt:lpstr>Acknowledgemnet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Computing: Introduction</dc:title>
  <dc:creator>Sarmistha Neogy</dc:creator>
  <cp:lastModifiedBy>Sarmistha Neogy</cp:lastModifiedBy>
  <cp:revision>109</cp:revision>
  <dcterms:created xsi:type="dcterms:W3CDTF">2025-01-28T10:03:42Z</dcterms:created>
  <dcterms:modified xsi:type="dcterms:W3CDTF">2026-02-24T04:37:42Z</dcterms:modified>
</cp:coreProperties>
</file>