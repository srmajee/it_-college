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86" r:id="rId3"/>
    <p:sldId id="257" r:id="rId4"/>
    <p:sldId id="258" r:id="rId5"/>
    <p:sldId id="259" r:id="rId6"/>
    <p:sldId id="260" r:id="rId7"/>
    <p:sldId id="28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727"/>
    <p:restoredTop sz="96405"/>
  </p:normalViewPr>
  <p:slideViewPr>
    <p:cSldViewPr snapToGrid="0" snapToObjects="1">
      <p:cViewPr varScale="1">
        <p:scale>
          <a:sx n="64" d="100"/>
          <a:sy n="64" d="100"/>
        </p:scale>
        <p:origin x="16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2928E-9948-9641-8436-CDF2FFAA9B54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B374B-94B4-2C4A-BCB3-B9A78D69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9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rkplacetechnologies.com/blog/what-is-dhcp-how-works-benefi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737B-2A8F-594B-8706-449B2F0E0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828801"/>
            <a:ext cx="8915399" cy="1192696"/>
          </a:xfrm>
        </p:spPr>
        <p:txBody>
          <a:bodyPr>
            <a:normAutofit/>
          </a:bodyPr>
          <a:lstStyle/>
          <a:p>
            <a:r>
              <a:rPr lang="en-US" dirty="0"/>
              <a:t>DHCP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D3820-4228-CA45-AE09-3FE1137DC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094481"/>
            <a:ext cx="8915399" cy="1809182"/>
          </a:xfrm>
        </p:spPr>
        <p:txBody>
          <a:bodyPr/>
          <a:lstStyle/>
          <a:p>
            <a:r>
              <a:rPr lang="en-US" sz="2400" dirty="0" err="1"/>
              <a:t>Sarmistha</a:t>
            </a:r>
            <a:r>
              <a:rPr lang="en-US" sz="2400" dirty="0"/>
              <a:t> </a:t>
            </a:r>
            <a:r>
              <a:rPr lang="en-US" sz="2400" dirty="0" err="1"/>
              <a:t>Neogy</a:t>
            </a:r>
            <a:endParaRPr lang="en-US" sz="2400" dirty="0"/>
          </a:p>
          <a:p>
            <a:r>
              <a:rPr lang="en-US" dirty="0"/>
              <a:t>Professor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Jadavpur University</a:t>
            </a:r>
          </a:p>
        </p:txBody>
      </p:sp>
    </p:spTree>
    <p:extLst>
      <p:ext uri="{BB962C8B-B14F-4D97-AF65-F5344CB8AC3E}">
        <p14:creationId xmlns:p14="http://schemas.microsoft.com/office/powerpoint/2010/main" val="152869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70C0-CAD8-BB42-84E6-F5F697BB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6333"/>
          </a:xfrm>
        </p:spPr>
        <p:txBody>
          <a:bodyPr>
            <a:normAutofit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BASICS OF DHCP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3BA7B-C0A5-4C42-A3F7-C2A04AFC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0444"/>
            <a:ext cx="8915400" cy="498921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31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Dynamic Host Configuration Protocol (DHCP) is a network management protocol that automatically assigns IP addresses and other configuration parameters to devices on a network. 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31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uses a client-server architecture to distribute this information.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3100" b="0" i="0" dirty="0">
                <a:solidFill>
                  <a:srgbClr val="545D7E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automatically assigns new IP addresses when devices move to new locations on the network.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31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assigns IP addresses for a limited time, known as a DHCP lease. When the lease expires, the client must renew it to continue using the IP address. </a:t>
            </a:r>
          </a:p>
          <a:p>
            <a:pPr marL="0" indent="0" algn="l">
              <a:buNone/>
            </a:pPr>
            <a:br>
              <a:rPr lang="en-IN" sz="26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6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49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B240-583D-4F48-AFE0-59119FCC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CA0-12B3-2A42-8438-F398C9351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makes it easier for network administrators to add or move devices on a network.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It also helps to prevent IP address exhaustion, which can lead to network service unavailability.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However, DHCP is not inherently secure, and malicious actors can cause problems if they access the DHCP server.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20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64990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100"/>
            <a:ext cx="8915400" cy="467360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simplifies configuration management,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increases scalability,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streamlines IP address management,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and makes network troubleshooting easier.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IN" sz="24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112C51"/>
                </a:solidFill>
                <a:effectLst/>
                <a:highlight>
                  <a:srgbClr val="FEFEFE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can help sustain network performance by improving IP address distribution, reducing network congestion, and guaranteeing effective resource use. 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03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/>
          </a:bodyPr>
          <a:lstStyle/>
          <a:p>
            <a:r>
              <a:rPr lang="en-US" dirty="0"/>
              <a:t>Where? Examples and the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50999"/>
            <a:ext cx="8915400" cy="503766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Commonly used in the following network environments: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IP Address assignment in LAN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Dynamic IP Address allocation in ISPs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Wireless Network (Wi-Fi)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Public Places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Virtualized environments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DHCP is responsible for setting up configurations when a computer first joins a local network. These settings enable communication over LANs and the Internet, so it is sometimes considered a </a:t>
            </a:r>
            <a:r>
              <a:rPr lang="en-IN" sz="2400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layer 2-3</a:t>
            </a: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protocol.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04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6390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 and Acknowledgements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0500"/>
            <a:ext cx="8915400" cy="51181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i="0" dirty="0">
                <a:solidFill>
                  <a:srgbClr val="112C51"/>
                </a:solidFill>
                <a:effectLst/>
                <a:highlight>
                  <a:srgbClr val="FEFEFE"/>
                </a:highlight>
                <a:latin typeface="Raleway" pitchFamily="2" charset="77"/>
              </a:rPr>
              <a:t>What Is DHCP in Networking? – How DHCP Works &amp; Benefits, John Diamond, July 2023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 dirty="0">
                <a:solidFill>
                  <a:srgbClr val="040C28"/>
                </a:solidFill>
                <a:highlight>
                  <a:srgbClr val="D3E3FD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2400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https://www.parkplacetechnologies.com/blog/what-is-dhcp-how-works-benefits</a:t>
            </a:r>
            <a:endParaRPr lang="en-IN" sz="2400" b="0" i="0" dirty="0">
              <a:solidFill>
                <a:srgbClr val="040C28"/>
              </a:solidFill>
              <a:effectLst/>
              <a:highlight>
                <a:srgbClr val="D3E3FD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8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0C94-1FE1-134F-8798-F0BC53ED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5F9-D7BB-0442-B8D2-0A8E99D3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5400">
                <a:latin typeface="Comic Sans MS" panose="030F0902030302020204" pitchFamily="66" charset="0"/>
              </a:rPr>
              <a:t>Thank you</a:t>
            </a:r>
            <a:endParaRPr lang="en-US" sz="54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895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12810</TotalTime>
  <Words>306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Comic Sans MS</vt:lpstr>
      <vt:lpstr>Raleway</vt:lpstr>
      <vt:lpstr>Wingdings 3</vt:lpstr>
      <vt:lpstr>Wisp</vt:lpstr>
      <vt:lpstr>DHCP</vt:lpstr>
      <vt:lpstr>BASICS OF DHCP</vt:lpstr>
      <vt:lpstr>WHY?</vt:lpstr>
      <vt:lpstr>Benefits </vt:lpstr>
      <vt:lpstr>Where? Examples and the Layer</vt:lpstr>
      <vt:lpstr>References and Acknowledgements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and features of recent technology</dc:title>
  <dc:creator>Microsoft Office User</dc:creator>
  <cp:lastModifiedBy>Sramistha Neogy</cp:lastModifiedBy>
  <cp:revision>148</cp:revision>
  <dcterms:created xsi:type="dcterms:W3CDTF">2022-02-16T10:07:13Z</dcterms:created>
  <dcterms:modified xsi:type="dcterms:W3CDTF">2025-01-13T10:46:10Z</dcterms:modified>
</cp:coreProperties>
</file>